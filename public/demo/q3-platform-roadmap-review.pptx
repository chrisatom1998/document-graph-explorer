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iki.example.com/product/roadma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Platform Roadmap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 &amp; Platform · quarterly planning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Q2 shipped: canary deployments for all stateless services</a:t>
            </a:r>
          </a:p>
          <a:p>
            <a:pPr>
              <a:defRPr sz="1800"/>
            </a:pPr>
            <a:r>
              <a:t>Feature flags platform adopted by 14 teams</a:t>
            </a:r>
          </a:p>
          <a:p>
            <a:pPr>
              <a:defRPr sz="1800"/>
            </a:pPr>
            <a:r>
              <a:t>Usage billing pipeline accuracy at 99.97% after the Stripe webhooks rework</a:t>
            </a:r>
          </a:p>
          <a:p>
            <a:pPr>
              <a:defRPr sz="1800"/>
            </a:pPr>
            <a:r>
              <a:t>CI build caching cut median pipeline time by 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Billing: promo code engine and chargeback handling automation</a:t>
            </a:r>
          </a:p>
          <a:p>
            <a:pPr>
              <a:defRPr sz="1800"/>
            </a:pPr>
            <a:r>
              <a:t>Reliability: rollback strategies standardized in the deploy guide</a:t>
            </a:r>
          </a:p>
          <a:p>
            <a:pPr>
              <a:defRPr sz="1800"/>
            </a:pPr>
            <a:r>
              <a:t>Data: ClickHouse analytics for product events</a:t>
            </a:r>
          </a:p>
          <a:p>
            <a:pPr>
              <a:defRPr sz="1800"/>
            </a:pPr>
            <a:r>
              <a:t>Developer experience: monorepo config cleanup, package registry mirror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Kafka event bus partition rebalancing during the EKS upgrade window</a:t>
            </a:r>
          </a:p>
          <a:p>
            <a:pPr>
              <a:defRPr sz="1800"/>
            </a:pPr>
            <a:r>
              <a:t>Salesforce sync backfill competing with the invoice processing batch</a:t>
            </a:r>
          </a:p>
          <a:p>
            <a:pPr>
              <a:defRPr sz="1800"/>
            </a:pPr>
            <a:r>
              <a:t>Hiring: two open SRE seats on the oncall rotation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Approve the Q3 headcount plan</a:t>
            </a:r>
          </a:p>
          <a:p>
            <a:pPr>
              <a:defRPr sz="1800"/>
            </a:pPr>
            <a:r>
              <a:t>Prioritize the tenant isolation review before the enterprise launch</a:t>
            </a:r>
          </a:p>
          <a:p>
            <a:pPr>
              <a:defRPr sz="1800"/>
            </a:pPr>
            <a:r>
              <a:t>Sponsor the customer onboarding revamp with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Full roadmap in the product wiki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Platform Roadmap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
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Response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SRE onboarding · severity, roles, and the first 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SEV1: customer-facing outage or data loss — page the incident commander</a:t>
            </a:r>
          </a:p>
          <a:p>
            <a:pPr>
              <a:defRPr sz="1800"/>
            </a:pPr>
            <a:r>
              <a:t>SEV2: degraded service, error budget burning — page the oncall rotation</a:t>
            </a:r>
          </a:p>
          <a:p>
            <a:pPr>
              <a:defRPr sz="1800"/>
            </a:pPr>
            <a:r>
              <a:t>SEV3: contained issue, no customer impact — ticket and fix in hours</a:t>
            </a:r>
          </a:p>
          <a:p>
            <a:pPr>
              <a:defRPr sz="1800"/>
            </a:pPr>
            <a:r>
              <a:t>When in doubt, declare higher and downgrade later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Incident commander: owns coordination, never debugging</a:t>
            </a:r>
          </a:p>
          <a:p>
            <a:pPr>
              <a:defRPr sz="1800"/>
            </a:pPr>
            <a:r>
              <a:t>Ops lead: drives mitigation from the incident runbook</a:t>
            </a:r>
          </a:p>
          <a:p>
            <a:pPr>
              <a:defRPr sz="1800"/>
            </a:pPr>
            <a:r>
              <a:t>Comms lead: status page and stakeholder updates every 30 minutes</a:t>
            </a:r>
          </a:p>
          <a:p>
            <a:pPr>
              <a:defRPr sz="1800"/>
            </a:pPr>
            <a:r>
              <a:t>Scribe: timeline in the incident channel for the post-mortem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15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Acknowledge the PagerDuty page and join the bridge</a:t>
            </a:r>
          </a:p>
          <a:p>
            <a:pPr>
              <a:defRPr sz="1800"/>
            </a:pPr>
            <a:r>
              <a:t>Check Grafana dashboards and Prometheus alerts for blast radius</a:t>
            </a:r>
          </a:p>
          <a:p>
            <a:pPr>
              <a:defRPr sz="1800"/>
            </a:pPr>
            <a:r>
              <a:t>Mitigate first: rollback, feature flag off, or shed load</a:t>
            </a:r>
          </a:p>
          <a:p>
            <a:pPr>
              <a:defRPr sz="1800"/>
            </a:pPr>
            <a:r>
              <a:t>Root cause hunting waits until customers are stable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the incident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Blameless post-mortem within five business days</a:t>
            </a:r>
          </a:p>
          <a:p>
            <a:pPr>
              <a:defRPr sz="1800"/>
            </a:pPr>
            <a:r>
              <a:t>Action items tracked to closure in the runbook review</a:t>
            </a:r>
          </a:p>
          <a:p>
            <a:pPr>
              <a:defRPr sz="1800"/>
            </a:pPr>
            <a:r>
              <a:t>Audit logging timeline attached for compliance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 Training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
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All-Hands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· how the platform fits together 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Edge: CDN caching in front of the load balancer and WAF rules</a:t>
            </a:r>
          </a:p>
          <a:p>
            <a:pPr>
              <a:defRPr sz="1800"/>
            </a:pPr>
            <a:r>
              <a:t>Core: auth service, billing, search, and the API gateway</a:t>
            </a:r>
          </a:p>
          <a:p>
            <a:pPr>
              <a:defRPr sz="1800"/>
            </a:pPr>
            <a:r>
              <a:t>Async: Kafka event bus connects producers to the analytics sinks</a:t>
            </a:r>
          </a:p>
          <a:p>
            <a:pPr>
              <a:defRPr sz="1800"/>
            </a:pPr>
            <a:r>
              <a:t>Data: Postgres for transactions, Redis cache, S3 storage for blobs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this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SSO via Okta replaced the legacy session service</a:t>
            </a:r>
          </a:p>
          <a:p>
            <a:pPr>
              <a:defRPr sz="1800"/>
            </a:pPr>
            <a:r>
              <a:t>Schema migrations moved to online, backwards-compatible only</a:t>
            </a:r>
          </a:p>
          <a:p>
            <a:pPr>
              <a:defRPr sz="1800"/>
            </a:pPr>
            <a:r>
              <a:t>Neo4j graph database powers the new entitlements explorer</a:t>
            </a:r>
          </a:p>
          <a:p>
            <a:pPr>
              <a:defRPr sz="1800"/>
            </a:pPr>
            <a:r>
              <a:t>Elasticsearch indexing rebuilt with zero-downtime aliases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Autoscaling groups sized from the Datadog tracing p99s</a:t>
            </a:r>
          </a:p>
          <a:p>
            <a:pPr>
              <a:defRPr sz="1800"/>
            </a:pPr>
            <a:r>
              <a:t>Database backups verified weekly by automated restore</a:t>
            </a:r>
          </a:p>
          <a:p>
            <a:pPr>
              <a:defRPr sz="1800"/>
            </a:pPr>
            <a:r>
              <a:t>Secrets management centralized in Vault with 90-day rotation</a:t>
            </a:r>
          </a:p>
          <a:p>
            <a:pPr>
              <a:defRPr sz="1800"/>
            </a:pPr>
            <a:r>
              <a:t>DNS management and NAT gateway configs are Terraform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we're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Multi-region reads behind the CDN by Q4</a:t>
            </a:r>
          </a:p>
          <a:p>
            <a:pPr>
              <a:defRPr sz="1800"/>
            </a:pPr>
            <a:r>
              <a:t>Postgres replication lag SLO of under two seconds</a:t>
            </a:r>
          </a:p>
          <a:p>
            <a:pPr>
              <a:defRPr sz="1800"/>
            </a:pPr>
            <a:r>
              <a:t>Tenant isolation hardening for the enterprise tier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All-Hands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